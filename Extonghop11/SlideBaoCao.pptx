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áo cáo tiến độ" id="{4586d891-a8ef-18fd-3d0b-b4c333e3e39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3000" b="0" i="0" u="none" strike="noStrike">
                <a:solidFill>
                  <a:srgbClr val="0B3C49"/>
                </a:solidFill>
                <a:latin typeface="+mn-lt"/>
              </a:rPr>
              <a:t>4 phiếu theo tình trạng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Tình trạng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7A7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457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A8B9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3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3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3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Đang mượn</c:v>
                </c:pt>
                <c:pt idx="1">
                  <c:v>Quá hạn</c:v>
                </c:pt>
                <c:pt idx="2">
                  <c:v>Đã trả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24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10/20/30: slide này là 1/10 slide, ~2 phút trình bày (20 phút / 10 slide), chữ tối thiểu 30pt. Thông điệp: dữ liệu đã chuẩn hóa; cần bổ sung hoặc sửa mã sách S099 trong DanhMucSach.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Đã chuẩn hóa 4 phiếu mượn: 1 phiếu quá hạn và 1 mã sách sai (S099) cần xử lý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92024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7040880" y="2286000"/>
            <a:ext cx="4572000" cy="365760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number"/>
          <p:cNvSpPr txBox="1"/>
          <p:nvPr/>
        </p:nvSpPr>
        <p:spPr>
          <a:xfrm>
            <a:off x="7223760" y="2468880"/>
            <a:ext cx="420624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4572E"/>
                </a:solidFill>
              </a:rPr>
              <a:t>25%</a:t>
            </a:r>
            <a:endParaRPr lang="en-US" sz="9600" dirty="0"/>
          </a:p>
        </p:txBody>
      </p:sp>
      <p:sp>
        <p:nvSpPr>
          <p:cNvPr id="6" name="Stat label"/>
          <p:cNvSpPr txBox="1"/>
          <p:nvPr/>
        </p:nvSpPr>
        <p:spPr>
          <a:xfrm>
            <a:off x="7223760" y="3931920"/>
            <a:ext cx="4206240" cy="1828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(1/4 phiếu) chứa mã sách không có trong danh mục: S099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uVien">
  <a:themeElements>
    <a:clrScheme name="ThuVien">
      <a:dk1>
        <a:srgbClr val="1F2933"/>
      </a:dk1>
      <a:lt1>
        <a:srgbClr val="FFFFFF"/>
      </a:lt1>
      <a:dk2>
        <a:srgbClr val="0B3C49"/>
      </a:dk2>
      <a:lt2>
        <a:srgbClr val="EAF2F4"/>
      </a:lt2>
      <a:accent1>
        <a:srgbClr val="0B7A75"/>
      </a:accent1>
      <a:accent2>
        <a:srgbClr val="E4572E"/>
      </a:accent2>
      <a:accent3>
        <a:srgbClr val="7A8B99"/>
      </a:accent3>
      <a:accent4>
        <a:srgbClr val="F2A541"/>
      </a:accent4>
      <a:accent5>
        <a:srgbClr val="3E7CB1"/>
      </a:accent5>
      <a:accent6>
        <a:srgbClr val="5B8C5A"/>
      </a:accent6>
      <a:hlink>
        <a:srgbClr val="0B7A75"/>
      </a:hlink>
      <a:folHlink>
        <a:srgbClr val="7A8B99"/>
      </a:folHlink>
    </a:clrScheme>
    <a:fontScheme name="ThuVi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2026-10-20T03:22:50Z</dcterms:created>
  <dcterms:modified xsi:type="dcterms:W3CDTF">2026-10-20T03:22:50Z</dcterms:modified>
</cp:coreProperties>
</file>